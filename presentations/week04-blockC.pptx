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[campuspulse-fullstack sample](../samples/campuspulse-fullstack/README.md)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[Week 4 guided lab: full commands, expected output, and offline fallbacks](../lab.md)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[HW4 handout](../homework.md) · [evidence standard](../../../docs/evidence-standard.md)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fullstack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../homework.md" TargetMode="External"/><Relationship Id="rId2" Type="http://schemas.openxmlformats.org/officeDocument/2006/relationships/hyperlink" Target="../../../docs/evidence-standard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../../week05/prep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573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875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Building the API the frontend calls: Express and CORS</a:t>
            </a:r>
            <a:endParaRPr lang="en-US" sz="4875" dirty="0"/>
          </a:p>
        </p:txBody>
      </p:sp>
      <p:sp>
        <p:nvSpPr>
          <p:cNvPr id="8" name="Text 6"/>
          <p:cNvSpPr/>
          <p:nvPr/>
        </p:nvSpPr>
        <p:spPr>
          <a:xfrm>
            <a:off x="685800" y="3726275"/>
            <a:ext cx="9525000" cy="1150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Routes, status codes, one error shape, and the browser rule that decides who may read the answer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 · Block 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Any language works: the contract is the same four things</a:t>
            </a:r>
            <a:endParaRPr lang="en-US" sz="4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97100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need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 (Node)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FastAPI (Python)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ASP.NET Core (C#)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830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route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app.get(path, h)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@app.get(path)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app.MapGet(path, h)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 body 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req.body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typed parameter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typed parameter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830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 + JSON out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res.status(201).json(x)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status_code=201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Results.Created(…)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Allow an origin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cors(…)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CORSMiddleware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UseCors(…)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Setup: two packages, one entry point, one port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1547841"/>
            <a:ext cx="10820400" cy="3263646"/>
          </a:xfrm>
          <a:prstGeom prst="roundRect">
            <a:avLst>
              <a:gd name="adj" fmla="val 1681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7841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6689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backend/src/server.mjs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97421"/>
            <a:ext cx="10439400" cy="26883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Entry point: node src/server.mjs  (PORT and CORS_ORIGINS are optional)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createApp }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"./app.mjs"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parseOrigins }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"./cors-options.mjs"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port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(process.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??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3001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allowedOrigins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parseOrigins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(process.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CORS_ORIGINS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app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createApp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 allowedOrigins,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(line) });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(port,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`CampusPulse API on http://localhost: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${port}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/api`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`CORS allowlist: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${allowedOrigins.join(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 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)}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921215"/>
            <a:ext cx="10820400" cy="8156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install express cors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start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dev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restarts on save (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--watch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and allowlist come from the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production changes config, not code</a:t>
            </a:r>
            <a:endParaRPr lang="en-US" sz="172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38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Middleware runs top to bottom, so order is a design decision</a:t>
            </a:r>
            <a:endParaRPr lang="en-US" sz="3444" dirty="0"/>
          </a:p>
        </p:txBody>
      </p:sp>
      <p:sp>
        <p:nvSpPr>
          <p:cNvPr id="7" name="Shape 5"/>
          <p:cNvSpPr/>
          <p:nvPr/>
        </p:nvSpPr>
        <p:spPr>
          <a:xfrm>
            <a:off x="685800" y="2146673"/>
            <a:ext cx="10820400" cy="2530023"/>
          </a:xfrm>
          <a:prstGeom prst="roundRect">
            <a:avLst>
              <a:gd name="adj" fmla="val 2169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46673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16572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backend/src/app.mjs (inside createApp)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596253"/>
            <a:ext cx="10439400" cy="19547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app.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corsOptions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(allowedOrigins)));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answers allowed preflights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A refused preflight falls through to here: 204 with no CORS headers.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app.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"/{*any}"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req, res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res.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app.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(express.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"16kb"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}));   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JSON body -&gt; req.body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...request-id middleware (sets X-Request-Id on every response)...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app.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"/api/healthz"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req, res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res.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}));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app.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"/api/incidents"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incidentsRouter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(store));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...then the JSON 404, then the error handler (slide 7)</a:t>
            </a:r>
            <a:endParaRPr lang="en-US" sz="1291" dirty="0"/>
          </a:p>
        </p:txBody>
      </p:sp>
      <p:sp>
        <p:nvSpPr>
          <p:cNvPr id="11" name="Text 9"/>
          <p:cNvSpPr/>
          <p:nvPr/>
        </p:nvSpPr>
        <p:spPr>
          <a:xfrm>
            <a:off x="685800" y="4801664"/>
            <a:ext cx="10820400" cy="9162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first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even a 404 or a 400 carries the headers the browser needs to read it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express.json()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before routes, or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req.body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endParaRPr lang="en-US" sz="196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38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resource, five methods, and the status code each returns</a:t>
            </a:r>
            <a:endParaRPr lang="en-US" sz="3444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46673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207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 + path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Does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Success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Fails with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 /incidents?status=&amp;q=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{ items, count }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41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 /incidents/:id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one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404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41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 /incidents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 + Location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41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PUT /incidents/:id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Replace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400, 404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41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 /incidents/:id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status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400, 404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DELETE /incidents/:id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Remove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204, no body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404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34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77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route handler: validate, act, then answer with status + JSON</a:t>
            </a:r>
            <a:endParaRPr lang="en-US" sz="2772" dirty="0"/>
          </a:p>
        </p:txBody>
      </p:sp>
      <p:sp>
        <p:nvSpPr>
          <p:cNvPr id="7" name="Shape 5"/>
          <p:cNvSpPr/>
          <p:nvPr/>
        </p:nvSpPr>
        <p:spPr>
          <a:xfrm>
            <a:off x="685800" y="1924071"/>
            <a:ext cx="10820400" cy="2830830"/>
          </a:xfrm>
          <a:prstGeom prst="roundRect">
            <a:avLst>
              <a:gd name="adj" fmla="val 1938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24071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4312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backend/src/incidents.mjs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373651"/>
            <a:ext cx="10439400" cy="22555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POST /api/incidents — create; 201 + Location header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req, res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body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requireObject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incident = store.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readTitle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(body),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readService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(body),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"investigating"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});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res.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`/api/incidents/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${incident.id}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(incident);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855485"/>
            <a:ext cx="10820400" cy="755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readTitle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trims, checks 3–120 characters, else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 bad("title must be 3-120 characters")</a:t>
            </a:r>
            <a:endParaRPr lang="en-US" sz="1584" dirty="0"/>
          </a:p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bad(...)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an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HttpError(400, "validation_failed", …)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error handler turns it into JSON</a:t>
            </a:r>
            <a:endParaRPr lang="en-US" sz="1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10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error leaves in one JSON shape the frontend already reads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2007547"/>
            <a:ext cx="10820400" cy="3047238"/>
          </a:xfrm>
          <a:prstGeom prst="roundRect">
            <a:avLst>
              <a:gd name="adj" fmla="val 1800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07547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2659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backend/src/app.mjs (error handler, last middleware)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57127"/>
            <a:ext cx="10439400" cy="24719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err, req, res, next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(res.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headersSent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(err);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status = err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instanceof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: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??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code = err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instanceof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: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===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"entity.parse.failed"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"invalid_json"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: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===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"entity.too.large"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"too_large"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"internal_error"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message = status &gt;=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?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"unexpected server error"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: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(status &gt;=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`ERROR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${err.stack ?? err}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res.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(status).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{ code, message } });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164513"/>
            <a:ext cx="10820400" cy="8156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error: { code, message } }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exactly the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ErrorBody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type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toApiError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reads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5xx: log the stack, send a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message — never leak internals</a:t>
            </a:r>
            <a:endParaRPr lang="en-US" sz="172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CORS: who may read the answer</a:t>
            </a:r>
            <a:endParaRPr lang="en-US" sz="4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4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Origin = scheme + host + port; change one and it is cross-origin</a:t>
            </a:r>
            <a:endParaRPr lang="en-US" sz="378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57974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450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origin</a:t>
                      </a:r>
                      <a:endParaRPr lang="en-US" sz="16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Request to</a:t>
                      </a:r>
                      <a:endParaRPr lang="en-US" sz="16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origin?</a:t>
                      </a:r>
                      <a:endParaRPr lang="en-US" sz="16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67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http://localhost:5173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http://localhost:5173/api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— nothing differs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67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http://localhost:5173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http://localhost:3001/api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— port differs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67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http://localhost:5173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http://127.0.0.1:5173/api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— host differs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64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https://app.example.edu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http://app.example.edu/api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— scheme differs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67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https://app.example.edu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https://api.example.edu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— host differs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preflight: the browser asks first, then sends the real request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8873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preflight is the browser asking permission before a non-simple request; the real request is only sent if the answer allows it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59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policy: an exact allowlist, and the headers it permits</a:t>
            </a:r>
            <a:endParaRPr lang="en-US" sz="2856" dirty="0"/>
          </a:p>
        </p:txBody>
      </p:sp>
      <p:sp>
        <p:nvSpPr>
          <p:cNvPr id="7" name="Shape 5"/>
          <p:cNvSpPr/>
          <p:nvPr/>
        </p:nvSpPr>
        <p:spPr>
          <a:xfrm>
            <a:off x="685800" y="1951897"/>
            <a:ext cx="10820400" cy="3480054"/>
          </a:xfrm>
          <a:prstGeom prst="roundRect">
            <a:avLst>
              <a:gd name="adj" fmla="val 1577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51897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709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backend/src/cors-options.mjs (comments trimmed)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01477"/>
            <a:ext cx="10439400" cy="29047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corsOptions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allowedOrigins = DEFAULT_ORIGINS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allowed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(allowedOrigins);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origin, done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(!origin)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allowed.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(origin));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false = no CORS headers at all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},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methods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[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"GET"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"PUT"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"PATCH"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"DELETE"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allowedHeaders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[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"X-Request-Id"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exposedHeaders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[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"Location"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"X-Request-Id"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readable by axios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maxAge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the browser may cache a preflight answer for 10 minutes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};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535583"/>
            <a:ext cx="10820400" cy="4334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exposedHeaders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why Block B's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createIncident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can read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63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872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Allowed and refused preflights, side by side</a:t>
            </a:r>
            <a:endParaRPr lang="en-US" sz="2604" dirty="0"/>
          </a:p>
        </p:txBody>
      </p:sp>
      <p:sp>
        <p:nvSpPr>
          <p:cNvPr id="7" name="Shape 5"/>
          <p:cNvSpPr/>
          <p:nvPr/>
        </p:nvSpPr>
        <p:spPr>
          <a:xfrm>
            <a:off x="685800" y="1472563"/>
            <a:ext cx="10820400" cy="3696462"/>
          </a:xfrm>
          <a:prstGeom prst="roundRect">
            <a:avLst>
              <a:gd name="adj" fmla="val 1484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7256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9161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sample API on localhost:3001, 2026-10-01 (Date/Connection omitted)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22143"/>
            <a:ext cx="10439400" cy="31211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-i -X OPTIONS localhost:3001/api/incidents/abc \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'Origin: http://localhost:5173'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'Access-Control-Request-Method: PATCH'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HTTP/1.1 204 No Content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Access-Control-Allow-Origin: http://localhost:5173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Vary: Origin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Access-Control-Allow-Methods: GET,POST,PUT,PATCH,DELETE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Access-Control-Allow-Headers: Content-Type,X-Request-Id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Access-Control-Max-Age: 600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-i -X OPTIONS localhost:3001/api/incidents/abc \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'Origin: http://localhost:5174'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'Access-Control-Request-Method: PATCH'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HTTP/1.1 204 No Content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263513"/>
            <a:ext cx="10820400" cy="715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Refused is not an error status: it is a 204 </a:t>
            </a:r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no </a:t>
            </a:r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Access-Control-*</a:t>
            </a:r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headers</a:t>
            </a:r>
            <a:endParaRPr lang="en-US" sz="1488" dirty="0"/>
          </a:p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Vary: Origin</a:t>
            </a:r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tells caches the answer depends on who asked</a:t>
            </a:r>
            <a:endParaRPr lang="en-US" sz="148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85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4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request: curl gets the data, the browser refuses to hand it over</a:t>
            </a:r>
            <a:endParaRPr lang="en-US" sz="2940" dirty="0"/>
          </a:p>
        </p:txBody>
      </p:sp>
      <p:sp>
        <p:nvSpPr>
          <p:cNvPr id="7" name="Shape 5"/>
          <p:cNvSpPr/>
          <p:nvPr/>
        </p:nvSpPr>
        <p:spPr>
          <a:xfrm>
            <a:off x="685800" y="1979722"/>
            <a:ext cx="10820400" cy="2626595"/>
          </a:xfrm>
          <a:prstGeom prst="roundRect">
            <a:avLst>
              <a:gd name="adj" fmla="val 208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7972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9877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GET from a non-allowed origin, then Edge console on :5174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29302"/>
            <a:ext cx="10439400" cy="205128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-i localhost:3001/api/incidents -H </a:t>
            </a:r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'Origin: http://localhost:5174'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HTTP/1.1 200 OK            ← no Access-Control-Allow-Origin header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 application/json; charset=utf-8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{"items":[{"id":"…","title":"Synthetic printing delay",…}],"count":3}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 console on :5174 — Access to XMLHttpRequest at 'http://localhost:3001/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api/healthz' from origin 'http://localhost:5174' has been blocked by CORS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policy: Response to preflight request doesn't pass access control check: No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'Access-Control-Allow-Origin' header is present on the requested resource.</a:t>
            </a:r>
            <a:endParaRPr lang="en-US" sz="1207" dirty="0"/>
          </a:p>
        </p:txBody>
      </p:sp>
      <p:sp>
        <p:nvSpPr>
          <p:cNvPr id="11" name="Shape 9"/>
          <p:cNvSpPr/>
          <p:nvPr/>
        </p:nvSpPr>
        <p:spPr>
          <a:xfrm>
            <a:off x="685800" y="4712997"/>
            <a:ext cx="10820400" cy="1168454"/>
          </a:xfrm>
          <a:prstGeom prst="roundRect">
            <a:avLst>
              <a:gd name="adj" fmla="val 3913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12997"/>
            <a:ext cx="76200" cy="1168454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27297"/>
            <a:ext cx="10363200" cy="226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092092"/>
            <a:ext cx="10363200" cy="636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is enforced by the </a:t>
            </a:r>
            <a:pPr algn="l" indent="0" marL="0">
              <a:lnSpc>
                <a:spcPct val="102256"/>
              </a:lnSpc>
              <a:buNone/>
            </a:pPr>
            <a:r>
              <a:rPr lang="en-US" sz="157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It is not authentication: curl, scripts and other servers ignore it entirely.</a:t>
            </a:r>
            <a:endParaRPr lang="en-US" sz="157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CORS mistakes that ship to production</a:t>
            </a:r>
            <a:endParaRPr lang="en-US" sz="3780" dirty="0"/>
          </a:p>
        </p:txBody>
      </p:sp>
      <p:sp>
        <p:nvSpPr>
          <p:cNvPr id="7" name="Text 5"/>
          <p:cNvSpPr/>
          <p:nvPr/>
        </p:nvSpPr>
        <p:spPr>
          <a:xfrm>
            <a:off x="685800" y="1683342"/>
            <a:ext cx="10820400" cy="4274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origin: "*"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cookies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browsers reject it; reflecting any origin instead is a real vulnerability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Fixing CORS in the frontend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headers only work when the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sends them; a browser extension "fix" hides the bug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Forgetting the deployed origin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CORS_ORIGINS=https://app.example.edu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set per environment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Treating CORS as security for the API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 is not; authenticate every request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Alternative in dev: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Vite proxy makes the calls same-origin, so no CORS at all</a:t>
            </a:r>
            <a:endParaRPr lang="en-US" sz="21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Demo: break CORS, read the error, fix it with configuration</a:t>
            </a:r>
            <a:endParaRPr lang="en-US" sz="3108" dirty="0"/>
          </a:p>
        </p:txBody>
      </p:sp>
      <p:sp>
        <p:nvSpPr>
          <p:cNvPr id="9" name="Shape 7"/>
          <p:cNvSpPr/>
          <p:nvPr/>
        </p:nvSpPr>
        <p:spPr>
          <a:xfrm>
            <a:off x="685800" y="2579440"/>
            <a:ext cx="5238750" cy="3135560"/>
          </a:xfrm>
          <a:prstGeom prst="roundRect">
            <a:avLst>
              <a:gd name="adj" fmla="val 1458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693740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3036640"/>
            <a:ext cx="4781550" cy="2329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1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1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localhost:5174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1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1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dev:wrong-origin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1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632" dirty="0"/>
          </a:p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2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banner; console shows the CORS message</a:t>
            </a:r>
            <a:endParaRPr lang="en-US" sz="1632" dirty="0"/>
          </a:p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3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Restart API with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3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CORS_ORIGINS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3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including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3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:5174</a:t>
            </a:r>
            <a:endParaRPr lang="en-US" sz="1632" dirty="0"/>
          </a:p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4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Reload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4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:5174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4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 works, no code changed</a:t>
            </a:r>
            <a:endParaRPr lang="en-US" sz="1632" dirty="0"/>
          </a:p>
        </p:txBody>
      </p:sp>
      <p:sp>
        <p:nvSpPr>
          <p:cNvPr id="12" name="Shape 10"/>
          <p:cNvSpPr/>
          <p:nvPr/>
        </p:nvSpPr>
        <p:spPr>
          <a:xfrm>
            <a:off x="6267450" y="2579440"/>
            <a:ext cx="5238750" cy="1755914"/>
          </a:xfrm>
          <a:prstGeom prst="roundRect">
            <a:avLst>
              <a:gd name="adj" fmla="val 2604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693740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3036640"/>
            <a:ext cx="4781550" cy="1176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Preflight gains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Allow-Origin: http://localhost:5174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6267450" y="4525854"/>
            <a:ext cx="5238750" cy="1189146"/>
          </a:xfrm>
          <a:prstGeom prst="roundRect">
            <a:avLst>
              <a:gd name="adj" fmla="val 3845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640154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983054"/>
            <a:ext cx="4781550" cy="4479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captures on slides 12–13.</a:t>
            </a:r>
            <a:endParaRPr lang="en-US" sz="2064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campuspulse-fullstack sample</a:t>
            </a:r>
            <a:endParaRPr lang="en-US" sz="12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silent write (3 min) → cold call (4 min) → debrief (3 min)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215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layer is wrong, and what is the smallest fix?</a:t>
            </a:r>
            <a:endParaRPr lang="en-US" sz="3696" dirty="0"/>
          </a:p>
        </p:txBody>
      </p:sp>
      <p:sp>
        <p:nvSpPr>
          <p:cNvPr id="10" name="Text 8"/>
          <p:cNvSpPr/>
          <p:nvPr/>
        </p:nvSpPr>
        <p:spPr>
          <a:xfrm>
            <a:off x="685800" y="3354098"/>
            <a:ext cx="10820400" cy="25456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deployed app at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https://app.example.edu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shows a "network error"; curl to the API returns 200.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an incident works, but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createIncident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returns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 undefined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failed POST shows "network error" instead of the server's validation message.</a:t>
            </a:r>
            <a:endParaRPr lang="en-US" sz="211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Individual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Individual lab: HTTPS to deployment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1668286"/>
            <a:ext cx="10820400" cy="45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 before each command, then compare with the result.</a:t>
            </a:r>
            <a:endParaRPr lang="en-US" sz="2112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1859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390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Focus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Negotiated HTTP version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51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Reconstruct a certificate chain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51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Diagnose three failure reports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domain's CT record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Deploy, fail a gate, roll back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4 guided lab: full commands, expected output, and offline fallbacks</a:t>
            </a:r>
            <a:endParaRPr lang="en-US" sz="12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1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budget alert is this week's gate, and it comes first</a:t>
            </a:r>
            <a:endParaRPr lang="en-US" sz="3360" dirty="0"/>
          </a:p>
        </p:txBody>
      </p:sp>
      <p:sp>
        <p:nvSpPr>
          <p:cNvPr id="7" name="Text 5"/>
          <p:cNvSpPr/>
          <p:nvPr/>
        </p:nvSpPr>
        <p:spPr>
          <a:xfrm>
            <a:off x="685800" y="2118848"/>
            <a:ext cx="1082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a cloud budget alert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 provision anything that bills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 threshold at a number that would genuinely alarm you — for most of you, low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at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50%, 80% and 100%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to an address you actually read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the configured alert.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screenshot is a graded HW4 artifact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budget alert means no cloud-hosted work — this gate is not negotiable</a:t>
            </a:r>
            <a:endParaRPr lang="en-US" sz="1920" dirty="0"/>
          </a:p>
        </p:txBody>
      </p:sp>
      <p:sp>
        <p:nvSpPr>
          <p:cNvPr id="8" name="Shape 6"/>
          <p:cNvSpPr/>
          <p:nvPr/>
        </p:nvSpPr>
        <p:spPr>
          <a:xfrm>
            <a:off x="685800" y="4328648"/>
            <a:ext cx="10820400" cy="1278770"/>
          </a:xfrm>
          <a:prstGeom prst="roundRect">
            <a:avLst>
              <a:gd name="adj" fmla="val 357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28648"/>
            <a:ext cx="76200" cy="127877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42948"/>
            <a:ext cx="10363200" cy="25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4740128"/>
            <a:ext cx="10363200" cy="714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minutes, zero dollars, and it is the difference between finding out in a day and finding out on the invoice.</a:t>
            </a:r>
            <a:endParaRPr lang="en-US" sz="180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HW4 — Connect It: frontend, API, HTTPS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10820400" cy="464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points · individual · due before Week 5 · Gate 2.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685800" y="303878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Connect it</a:t>
            </a:r>
            <a:endParaRPr lang="en-US" sz="2160" dirty="0"/>
          </a:p>
        </p:txBody>
      </p:sp>
      <p:sp>
        <p:nvSpPr>
          <p:cNvPr id="9" name="Text 7"/>
          <p:cNvSpPr/>
          <p:nvPr/>
        </p:nvSpPr>
        <p:spPr>
          <a:xfrm>
            <a:off x="685800" y="3568309"/>
            <a:ext cx="5219700" cy="1949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status codes, one error shape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CORS allowlist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axios client, one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endParaRPr lang="en-US" sz="2304" dirty="0"/>
          </a:p>
        </p:txBody>
      </p:sp>
      <p:sp>
        <p:nvSpPr>
          <p:cNvPr id="10" name="Text 8"/>
          <p:cNvSpPr/>
          <p:nvPr/>
        </p:nvSpPr>
        <p:spPr>
          <a:xfrm>
            <a:off x="6286500" y="303878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Ship and trust it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6286500" y="3568309"/>
            <a:ext cx="5219700" cy="15398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over HTTPS, read-only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Digest deploy + rollback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chain + a fired alert</a:t>
            </a:r>
            <a:endParaRPr lang="en-US" sz="2304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HW4 handout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evidence standard</a:t>
            </a:r>
            <a:endParaRPr lang="en-US" sz="12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Closing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leave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Exit ticket — one line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325453"/>
            <a:ext cx="52197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one command that would settle: 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"our API is slow on mobile because HTTP/3 is disabled."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Week 5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325453"/>
            <a:ext cx="5219700" cy="323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HW4 is due before Week 5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start with the budget alert tonight, not the certificate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the 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5 prep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before class: delivery, caching, and what the user actually experiences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API the frontend calls: Express and CORS — Week 4 Block C</dc:title>
  <dc:subject>Routes, status codes, one error shape, and the browser rule that decides who may read the answer</dc:subject>
  <dc:creator>Course staff</dc:creator>
  <cp:lastModifiedBy>Course staff</cp:lastModifiedBy>
  <cp:revision>1</cp:revision>
  <dcterms:created xsi:type="dcterms:W3CDTF">2026-10-01T21:49:05Z</dcterms:created>
  <dcterms:modified xsi:type="dcterms:W3CDTF">2026-10-01T21:49:05Z</dcterms:modified>
</cp:coreProperties>
</file>