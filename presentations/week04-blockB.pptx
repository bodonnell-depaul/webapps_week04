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[campuspulse-fullstack sample](../samples/campuspulse-fullstack/README.md)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../samples/campuspulse-fullstack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244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Calling your API from the frontend with axios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77107"/>
            <a:ext cx="9525000" cy="8996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21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configured client, one function per endpoint, one error type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 · Block 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programs, two ports, one HTTP conversation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8873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loads the app from one origin and calls the API on another; axios is the code that makes those calls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fetch is built in. Why reach for axios?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992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25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pPr algn="l" indent="0" marL="0">
              <a:lnSpc>
                <a:spcPct val="90000"/>
              </a:lnSpc>
              <a:buNone/>
            </a:pPr>
            <a:r>
              <a:rPr lang="en-US" sz="202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(built in)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685800" y="2918298"/>
            <a:ext cx="521970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install, works everywhere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resolves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you must check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res.ok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call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JSON.stringify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res.json()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yourself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Timeouts need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AbortSignal.timeout()</a:t>
            </a:r>
            <a:endParaRPr lang="en-US" sz="2160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992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25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</a:t>
            </a:r>
            <a:pPr algn="l" indent="0" marL="0">
              <a:lnSpc>
                <a:spcPct val="90000"/>
              </a:lnSpc>
              <a:buNone/>
            </a:pPr>
            <a:r>
              <a:rPr lang="en-US" sz="202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(npm package)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6286500" y="2918298"/>
            <a:ext cx="5219700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Rejects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any non-2xx status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objects as JSON; parses JSON into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baseURL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built in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Interceptors</a:t>
            </a:r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 on every request and response</a:t>
            </a:r>
            <a:endParaRPr lang="en-US" sz="21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1: one configured client for the whole app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1547841"/>
            <a:ext cx="10820400" cy="3198724"/>
          </a:xfrm>
          <a:prstGeom prst="roundRect">
            <a:avLst>
              <a:gd name="adj" fmla="val 1715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7841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668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frontend/src/api/client.ts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97421"/>
            <a:ext cx="10439400" cy="26234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axios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"axios"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API_URL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??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"http://localhost:3001/api"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 = axios.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baseURL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3B4C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API_URL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every call is relative to this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4000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  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fail fast instead of spinning forever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{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"application/json"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4" dirty="0"/>
          </a:p>
        </p:txBody>
      </p:sp>
      <p:sp>
        <p:nvSpPr>
          <p:cNvPr id="11" name="Text 9"/>
          <p:cNvSpPr/>
          <p:nvPr/>
        </p:nvSpPr>
        <p:spPr>
          <a:xfrm>
            <a:off x="685800" y="4856293"/>
            <a:ext cx="10820400" cy="1122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request in the app goes through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never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axios.get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a full URL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base URL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by environment: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VITE_API_URL=https://api.example.edu/api</a:t>
            </a:r>
            <a:endParaRPr lang="en-US" sz="172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Step 2: one function per endpoint</a:t>
            </a:r>
            <a:endParaRPr lang="en-US" sz="336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8064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6579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Function in incidents.ts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Success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/incidents?status=&amp;q=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listIncidents(filters, signal)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{ items, count }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34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/incidents/:id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getIncident(id)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incident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createIncident({ title, service })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 + Location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/incidents/:id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replaceIncident(incident)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incident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/incidents/:id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updateStatus(id, status)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 + incident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34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/incidents/:id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deleteIncident(id)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204, no body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63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Reading: GET with query parameters</a:t>
            </a:r>
            <a:endParaRPr lang="en-US" sz="3108" dirty="0"/>
          </a:p>
        </p:txBody>
      </p:sp>
      <p:sp>
        <p:nvSpPr>
          <p:cNvPr id="7" name="Shape 5"/>
          <p:cNvSpPr/>
          <p:nvPr/>
        </p:nvSpPr>
        <p:spPr>
          <a:xfrm>
            <a:off x="685800" y="1562897"/>
            <a:ext cx="10820400" cy="3749482"/>
          </a:xfrm>
          <a:prstGeom prst="roundRect">
            <a:avLst>
              <a:gd name="adj" fmla="val 1463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62897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819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frontend/src/api/incidents.ts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12477"/>
            <a:ext cx="10439400" cy="31741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GET /incidents?status=…&amp;q=…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listIncidents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{},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?: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AbortSignal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data } =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&lt;{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[];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}&gt;(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"/incidents"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{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filters, signal });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data.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GET /incidents/:id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getIncident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data } =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`/incidents/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encodeURIComponent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(id)}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data;</a:t>
            </a:r>
            <a:endParaRPr lang="en-US" sz="1221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21368"/>
              </a:lnSpc>
              <a:buNone/>
            </a:pPr>
            <a:r>
              <a:rPr lang="en-US" sz="1221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21" dirty="0"/>
          </a:p>
        </p:txBody>
      </p:sp>
      <p:sp>
        <p:nvSpPr>
          <p:cNvPr id="11" name="Text 9"/>
          <p:cNvSpPr/>
          <p:nvPr/>
        </p:nvSpPr>
        <p:spPr>
          <a:xfrm>
            <a:off x="685800" y="5425155"/>
            <a:ext cx="10820400" cy="4636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builds and encodes the query: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?status=monitoring&amp;q=wi+fi</a:t>
            </a:r>
            <a:endParaRPr lang="en-US" sz="177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13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Creating: POST sends a body and gets back 201 + Location</a:t>
            </a:r>
            <a:endParaRPr lang="en-US" sz="3360" dirty="0"/>
          </a:p>
        </p:txBody>
      </p:sp>
      <p:sp>
        <p:nvSpPr>
          <p:cNvPr id="7" name="Shape 5"/>
          <p:cNvSpPr/>
          <p:nvPr/>
        </p:nvSpPr>
        <p:spPr>
          <a:xfrm>
            <a:off x="685800" y="2118848"/>
            <a:ext cx="10820400" cy="2711806"/>
          </a:xfrm>
          <a:prstGeom prst="roundRect">
            <a:avLst>
              <a:gd name="adj" fmla="val 2023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18848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13789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frontend/src/api/incidents.ts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568428"/>
            <a:ext cx="10439400" cy="21364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POST /incidents — axios serializes the object to JSON and sets Content-Type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createIncident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NewIncident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response =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"/incidents"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input);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response.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response.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"location"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};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usage in a component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createIncident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"Printers offline"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"printing"</a:t>
            </a:r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});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685800" y="4952573"/>
            <a:ext cx="108204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a plain object: axios sends JSON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sets </a:t>
            </a:r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 application/json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name = HTTP verb, first argument = path, second = body</a:t>
            </a:r>
            <a:endParaRPr lang="en-US" sz="1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Updating and deleting</a:t>
            </a:r>
            <a:endParaRPr lang="en-US" sz="3696" dirty="0"/>
          </a:p>
        </p:txBody>
      </p:sp>
      <p:sp>
        <p:nvSpPr>
          <p:cNvPr id="7" name="Shape 5"/>
          <p:cNvSpPr/>
          <p:nvPr/>
        </p:nvSpPr>
        <p:spPr>
          <a:xfrm>
            <a:off x="685800" y="1668286"/>
            <a:ext cx="10820400" cy="4237482"/>
          </a:xfrm>
          <a:prstGeom prst="roundRect">
            <a:avLst>
              <a:gd name="adj" fmla="val 1295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68286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8733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frontend/src/api/incidents.ts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17866"/>
            <a:ext cx="10439400" cy="36621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PUT — send the whole editable record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id, title, service, status } = incident;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url =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`/incidents/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EEAD4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encodeURIComponent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(id)}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&gt;(url, { title, service, status })).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PATCH — send only what changed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updateStatus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url =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`/incidents/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EEAD4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encodeURIComponent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(id)}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&gt;(url, { status })).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DELETE — 204, no body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deleteIncident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C4B5F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EEAD4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api.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`/incidents/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encodeURIComponent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(id)}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15  </a:t>
            </a:r>
            <a:pPr indent="0" marL="0">
              <a:lnSpc>
                <a:spcPct val="121368"/>
              </a:lnSpc>
              <a:buNone/>
            </a:pPr>
            <a:r>
              <a:rPr lang="en-US" sz="13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363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comes back: </a:t>
            </a:r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or one of two kinds of error</a:t>
            </a:r>
            <a:endParaRPr lang="en-US" sz="3108" dirty="0"/>
          </a:p>
        </p:txBody>
      </p:sp>
      <p:sp>
        <p:nvSpPr>
          <p:cNvPr id="7" name="Text 5"/>
          <p:cNvSpPr/>
          <p:nvPr/>
        </p:nvSpPr>
        <p:spPr>
          <a:xfrm>
            <a:off x="685800" y="2035372"/>
            <a:ext cx="10820400" cy="1895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(2xx):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response.data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parsed JSON; also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answered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4xx/5xx: axios rejects;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error.response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holds status and body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answer at all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server down, DNS, timeout — or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 by CORS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error.response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undefined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hides the reason for a CORS block from your code on purpose — read the </a:t>
            </a:r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</a:t>
            </a:r>
            <a:endParaRPr lang="en-US" sz="1776" dirty="0"/>
          </a:p>
        </p:txBody>
      </p:sp>
      <p:sp>
        <p:nvSpPr>
          <p:cNvPr id="8" name="Shape 6"/>
          <p:cNvSpPr/>
          <p:nvPr/>
        </p:nvSpPr>
        <p:spPr>
          <a:xfrm>
            <a:off x="685800" y="4029907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029907"/>
            <a:ext cx="76200" cy="121258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44207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1" name="Text 9"/>
          <p:cNvSpPr/>
          <p:nvPr/>
        </p:nvSpPr>
        <p:spPr>
          <a:xfrm>
            <a:off x="914400" y="4421956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error.response</a:t>
            </a:r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present → read the server's message. Absent → it is a network problem, and the console and Network tab hold the real reason.</a:t>
            </a:r>
            <a:endParaRPr lang="en-US" sz="1669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108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Interceptors: code that runs on every request and response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2007547"/>
            <a:ext cx="10820400" cy="2614422"/>
          </a:xfrm>
          <a:prstGeom prst="roundRect">
            <a:avLst>
              <a:gd name="adj" fmla="val 2099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07547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2659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frontend/src/api/client.ts (abridged)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457127"/>
            <a:ext cx="10439400" cy="203911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interceptors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config.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"X-Request-Id"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 crypto.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randomUUID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config;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interceptors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response,          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2xx: pass through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Promise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reject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toApiError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(error)),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 anything else: normalize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731697"/>
            <a:ext cx="10820400" cy="11777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interceptor: add headers every call needs — a request ID, later an auth token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interceptor: turn every failure into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error type the UI understands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sample also logs each call into an in-app activity table (see 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client.ts</a:t>
            </a:r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72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error type for the whole UI</a:t>
            </a:r>
            <a:endParaRPr lang="en-US" sz="3696" dirty="0"/>
          </a:p>
        </p:txBody>
      </p:sp>
      <p:sp>
        <p:nvSpPr>
          <p:cNvPr id="7" name="Shape 5"/>
          <p:cNvSpPr/>
          <p:nvPr/>
        </p:nvSpPr>
        <p:spPr>
          <a:xfrm>
            <a:off x="685800" y="1668286"/>
            <a:ext cx="10820400" cy="4285092"/>
          </a:xfrm>
          <a:prstGeom prst="roundRect">
            <a:avLst>
              <a:gd name="adj" fmla="val 1280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68286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8733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frontend/src/api/client.ts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17866"/>
            <a:ext cx="10439400" cy="37097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(error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error;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already normalized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(axios.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isCancel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(error))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"canceled"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"Request canceled"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(!(error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instanceof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(error));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===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"ECONNABORTED"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|| 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===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"ETIMEDOUT"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"timeout"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`No answer in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${api.defaults.timeout}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ms`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               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server answered 4xx/5xx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body = 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ErrorBody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body?.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?? 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error.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body?.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?.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}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           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down, DNS, TLS, or CORS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 error — is the API running and is this origin allowed (CORS)?"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917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94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kinds of failure, four different messages</a:t>
            </a:r>
            <a:endParaRPr lang="en-US" sz="3948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13624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572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kind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happened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user should see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11002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answered 4xx/5xx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server's message: "title must be 3-120 characters"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timeout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answer within timeout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"The API is slow — try again"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90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answer: down, offline, CORS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"Can't reach the API"; details in the console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canceled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code aborted it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Nothing — it was intentional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25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Calling it from React, and cancelling stale requests</a:t>
            </a:r>
            <a:endParaRPr lang="en-US" sz="2856" dirty="0"/>
          </a:p>
        </p:txBody>
      </p:sp>
      <p:sp>
        <p:nvSpPr>
          <p:cNvPr id="7" name="Shape 5"/>
          <p:cNvSpPr/>
          <p:nvPr/>
        </p:nvSpPr>
        <p:spPr>
          <a:xfrm>
            <a:off x="685800" y="1517730"/>
            <a:ext cx="10820400" cy="3047238"/>
          </a:xfrm>
          <a:prstGeom prst="roundRect">
            <a:avLst>
              <a:gd name="adj" fmla="val 1800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17730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3678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frontend/src/App.tsx (abridged)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TSX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67310"/>
            <a:ext cx="10439400" cy="247192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controller 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AbortController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setLoading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listIncidents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 status, q }, controller.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setIncidents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(items);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 })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(err.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kind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 !==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86EFAC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"canceled"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setError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(err));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})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(!controller.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aborted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setLoading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 });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 =&gt;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controller.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abort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on filter change or unmount</a:t>
            </a:r>
            <a:endParaRPr lang="en-US" sz="12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21368"/>
              </a:lnSpc>
              <a:buNone/>
            </a:pPr>
            <a:r>
              <a:rPr lang="en-US" sz="12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 [status, q, reload]);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668600"/>
            <a:ext cx="10820400" cy="775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the abort, a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old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answer can arrive last and overwrite the new one</a:t>
            </a:r>
            <a:endParaRPr lang="en-US" sz="1632" dirty="0"/>
          </a:p>
          <a:p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Mutations use one wrapper: 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run(() =&gt; updateStatus(id, "resolved"))</a:t>
            </a:r>
            <a:pPr algn="l" marL="342900" indent="-342900">
              <a:lnSpc>
                <a:spcPct val="105263"/>
              </a:lnSpc>
              <a:spcAft>
                <a:spcPts val="408"/>
              </a:spcAft>
              <a:buSzPct val="100000"/>
              <a:buChar char="▪"/>
            </a:pPr>
            <a:r>
              <a:rPr lang="en-US" sz="163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reload the list</a:t>
            </a:r>
            <a:endParaRPr lang="en-US" sz="163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619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wire actually carried: a create, and a rejected create</a:t>
            </a:r>
            <a:endParaRPr lang="en-US" sz="3192" dirty="0"/>
          </a:p>
        </p:txBody>
      </p:sp>
      <p:sp>
        <p:nvSpPr>
          <p:cNvPr id="7" name="Shape 5"/>
          <p:cNvSpPr/>
          <p:nvPr/>
        </p:nvSpPr>
        <p:spPr>
          <a:xfrm>
            <a:off x="685800" y="2063197"/>
            <a:ext cx="10820400" cy="3832799"/>
          </a:xfrm>
          <a:prstGeom prst="roundRect">
            <a:avLst>
              <a:gd name="adj" fmla="val 1431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631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0822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capture — sample API on localhost:3001, 2026-10-01 (abridged)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512777"/>
            <a:ext cx="10439400" cy="325748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-i -X POST localhost:3001/api/incidents \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'Content-Type: application/json'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-H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'Origin: http://localhost:5173'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-d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'{"title":"Library printers offline","service":"printing"}'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HTTP/1.1 201 Created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Access-Control-Allow-Origin: http://localhost:5173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Access-Control-Expose-Headers: Location,X-Request-Id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 /api/incidents/1bd5e680-a677-44b2-ac5f-9d616759c1b5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{"id":"1bd5e680-…","title":"Library printers offline",…}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-i -X POST localhost:3001/api/incidents \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'Content-Type: application/json'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-d </a:t>
            </a:r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'{"title":"","service":"toaster"}'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HTTP/1.1 400 Bad Request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{"error":{"code":"validation_failed",</a:t>
            </a:r>
            <a:endParaRPr lang="en-US" sz="125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5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"message":"title must be 3-120 characters"}}</a:t>
            </a:r>
            <a:endParaRPr lang="en-US" sz="125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Demo: watch axios talk to the API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183583"/>
            <a:ext cx="5238750" cy="3531417"/>
          </a:xfrm>
          <a:prstGeom prst="roundRect">
            <a:avLst>
              <a:gd name="adj" fmla="val 129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640783"/>
            <a:ext cx="4781550" cy="29175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Backend: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start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frontend: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dev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</a:t>
            </a:r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DevTools → Network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3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Create, rename (PUT), change status (PATCH), delete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4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Slow-request panel: Cancel, then let it time out</a:t>
            </a:r>
            <a:endParaRPr lang="en-US" sz="1824" dirty="0"/>
          </a:p>
        </p:txBody>
      </p:sp>
      <p:sp>
        <p:nvSpPr>
          <p:cNvPr id="12" name="Shape 10"/>
          <p:cNvSpPr/>
          <p:nvPr/>
        </p:nvSpPr>
        <p:spPr>
          <a:xfrm>
            <a:off x="6267450" y="2183583"/>
            <a:ext cx="5238750" cy="1977594"/>
          </a:xfrm>
          <a:prstGeom prst="roundRect">
            <a:avLst>
              <a:gd name="adj" fmla="val 2312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640783"/>
            <a:ext cx="4781550" cy="9467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preflights, then 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204</a:t>
            </a:r>
            <a:endParaRPr lang="en-US" sz="2208" dirty="0"/>
          </a:p>
        </p:txBody>
      </p:sp>
      <p:sp>
        <p:nvSpPr>
          <p:cNvPr id="15" name="Shape 13"/>
          <p:cNvSpPr/>
          <p:nvPr/>
        </p:nvSpPr>
        <p:spPr>
          <a:xfrm>
            <a:off x="6267450" y="4351676"/>
            <a:ext cx="5238750" cy="1363324"/>
          </a:xfrm>
          <a:prstGeom prst="roundRect">
            <a:avLst>
              <a:gd name="adj" fmla="val 335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659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808876"/>
            <a:ext cx="4781550" cy="472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</a:t>
            </a:r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</a:t>
            </a:r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run </a:t>
            </a:r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test</a:t>
            </a:r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208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campuspulse-fullstack sample</a:t>
            </a:r>
            <a:endParaRPr lang="en-US" sz="12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W04·B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to API with axios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16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silent write (3 min) → cold call (4 min) → debrief (3 min)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Predict what the user sees, and which part of the code decides it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521050"/>
            <a:ext cx="108204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API is stopped and the page loads.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user submits a new incident with the title "Hi".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user types "wifi" quickly into the search box on a slow network.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Calling your API from the frontend with axios — Week 4 Block B</dc:title>
  <dc:subject>One configured client, one function per endpoint, one error type</dc:subject>
  <dc:creator>Course staff</dc:creator>
  <cp:lastModifiedBy>Course staff</cp:lastModifiedBy>
  <cp:revision>1</cp:revision>
  <dcterms:created xsi:type="dcterms:W3CDTF">2026-10-01T21:49:05Z</dcterms:created>
  <dcterms:modified xsi:type="dcterms:W3CDTF">2026-10-01T21:49:05Z</dcterms:modified>
</cp:coreProperties>
</file>